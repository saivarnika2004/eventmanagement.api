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85f5837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85f583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85f583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85f583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85f5837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85f5837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85f5837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85f5837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Architectural Idea Introduced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Multi-Tier Architecture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We split the backend into </a:t>
            </a:r>
            <a:r>
              <a:rPr b="1" lang="en" sz="1100">
                <a:solidFill>
                  <a:schemeClr val="dk1"/>
                </a:solidFill>
              </a:rPr>
              <a:t>clear layers</a:t>
            </a:r>
            <a:r>
              <a:rPr lang="en" sz="1100">
                <a:solidFill>
                  <a:schemeClr val="dk1"/>
                </a:solidFill>
              </a:rPr>
              <a:t>, each with a single responsibility.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Layers in the system</a:t>
            </a:r>
            <a:endParaRPr b="1" sz="13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Controllers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Handle HTTP requests and responses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No business logic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No data storage logic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Services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Contain business logic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Decide </a:t>
            </a:r>
            <a:r>
              <a:rPr i="1" lang="en" sz="1100">
                <a:solidFill>
                  <a:schemeClr val="dk1"/>
                </a:solidFill>
              </a:rPr>
              <a:t>what</a:t>
            </a:r>
            <a:r>
              <a:rPr lang="en" sz="1100">
                <a:solidFill>
                  <a:schemeClr val="dk1"/>
                </a:solidFill>
              </a:rPr>
              <a:t> should happen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Repositories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Handle data access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For now, data is stored in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Build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 class, we will: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Reorganize the project into folders: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Controllers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Services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Repositories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Models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Refactor </a:t>
            </a:r>
            <a:r>
              <a:rPr b="1" lang="en" sz="1100">
                <a:solidFill>
                  <a:schemeClr val="dk1"/>
                </a:solidFill>
              </a:rPr>
              <a:t>Events</a:t>
            </a:r>
            <a:r>
              <a:rPr lang="en" sz="1100">
                <a:solidFill>
                  <a:schemeClr val="dk1"/>
                </a:solidFill>
              </a:rPr>
              <a:t> logic: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Move logic out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EventsController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EventService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EventRepository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Ensure the API still works in Swagger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system behavior stays the same.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Only the </a:t>
            </a:r>
            <a:r>
              <a:rPr b="1" lang="en" sz="1100">
                <a:solidFill>
                  <a:schemeClr val="dk1"/>
                </a:solidFill>
              </a:rPr>
              <a:t>structure</a:t>
            </a:r>
            <a:r>
              <a:rPr lang="en" sz="1100">
                <a:solidFill>
                  <a:schemeClr val="dk1"/>
                </a:solidFill>
              </a:rPr>
              <a:t> changes.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Homework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Apply the </a:t>
            </a:r>
            <a:r>
              <a:rPr b="1" lang="en" sz="1100">
                <a:solidFill>
                  <a:schemeClr val="dk1"/>
                </a:solidFill>
              </a:rPr>
              <a:t>same refactoring pattern</a:t>
            </a:r>
            <a:r>
              <a:rPr lang="en" sz="1100">
                <a:solidFill>
                  <a:schemeClr val="dk1"/>
                </a:solidFill>
              </a:rPr>
              <a:t> to the remaining parts of the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Refactor Users</a:t>
            </a:r>
            <a:endParaRPr b="1" sz="13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Create: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225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UserService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225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UserRepository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Update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UsersController</a:t>
            </a:r>
            <a:r>
              <a:rPr lang="en" sz="1100">
                <a:solidFill>
                  <a:schemeClr val="dk1"/>
                </a:solidFill>
              </a:rPr>
              <a:t> to call the service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Repository stores users in memory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Refactor Registrations</a:t>
            </a:r>
            <a:endParaRPr b="1" sz="13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Create: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225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RegistrationService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225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RegistrationRepository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Move registration logic out of the controller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 in-memory storage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Completion Checklist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next class, your project should have: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Controllers that only handle HTTP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Services that contain logic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Repositories that store data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No business logic inside controllers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working API in Swagger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