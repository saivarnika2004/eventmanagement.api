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83d9f4f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83d9f4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83d9f4f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83d9f4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8bb6da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8bb6da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683d9f4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683d9f4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683d9f4f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683d9f4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683d9f4f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683d9f4f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683d9f4f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683d9f4f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83d9f4f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83d9f4f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32475" y="120950"/>
            <a:ext cx="5418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Project: Event Management System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98800" y="704425"/>
            <a:ext cx="81393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Build a </a:t>
            </a:r>
            <a:r>
              <a:rPr b="1" lang="en" sz="1100">
                <a:solidFill>
                  <a:schemeClr val="dk1"/>
                </a:solidFill>
              </a:rPr>
              <a:t>backend system</a:t>
            </a:r>
            <a:r>
              <a:rPr lang="en" sz="1100">
                <a:solidFill>
                  <a:schemeClr val="dk1"/>
                </a:solidFill>
              </a:rPr>
              <a:t> for an </a:t>
            </a:r>
            <a:r>
              <a:rPr b="1" lang="en" sz="1100">
                <a:solidFill>
                  <a:schemeClr val="dk1"/>
                </a:solidFill>
              </a:rPr>
              <a:t>Event Management and Registration platform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project focuses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Backend API design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Clean architecture and layering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modeling and evolution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Scalability and maintainability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Our focus is </a:t>
            </a:r>
            <a:r>
              <a:rPr b="1" lang="en" sz="1100">
                <a:solidFill>
                  <a:schemeClr val="dk1"/>
                </a:solidFill>
              </a:rPr>
              <a:t>how backend systems are designed and structured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System Capabilities (High Level)</a:t>
            </a:r>
            <a:endParaRPr b="1" sz="17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backend system will allow: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Organizers to create and manage events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Users to browse available events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Users to register for events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system to track registrations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system will evolve every week, becoming </a:t>
            </a:r>
            <a:r>
              <a:rPr b="1" lang="en" sz="1100">
                <a:solidFill>
                  <a:schemeClr val="dk1"/>
                </a:solidFill>
              </a:rPr>
              <a:t>more realistic and robust</a:t>
            </a:r>
            <a:r>
              <a:rPr lang="en" sz="1100">
                <a:solidFill>
                  <a:schemeClr val="dk1"/>
                </a:solidFill>
              </a:rPr>
              <a:t> over time.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Resources in the System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Main Backend Resources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Throughout the project, we will work with three core resources: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Event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Something users can attend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User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person using the system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Registration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user signing up for an event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Almost everything we build later will be based on these three concepts.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14050" y="192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</a:t>
            </a:r>
            <a:r>
              <a:rPr lang="en"/>
              <a:t> Properties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08225" y="1085075"/>
            <a:ext cx="27564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6">
                <a:solidFill>
                  <a:srgbClr val="0B5394"/>
                </a:solidFill>
              </a:rPr>
              <a:t>R</a:t>
            </a:r>
            <a:r>
              <a:rPr lang="en" sz="1356">
                <a:solidFill>
                  <a:srgbClr val="0B5394"/>
                </a:solidFill>
              </a:rPr>
              <a:t>esource Event:</a:t>
            </a:r>
            <a:endParaRPr sz="1356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6"/>
              <a:t>  </a:t>
            </a:r>
            <a:r>
              <a:rPr i="1" lang="en" sz="1356"/>
              <a:t>Id: Guid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56"/>
              <a:t>  Title: string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56"/>
              <a:t>  Description: string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56"/>
              <a:t>  StartDateTime: DateTime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56"/>
              <a:t>  EndDateTime: DateTime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56"/>
              <a:t>  Location: string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56"/>
              <a:t>  Capacity: int</a:t>
            </a:r>
            <a:endParaRPr i="1" sz="135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025675" y="1074700"/>
            <a:ext cx="29787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B5394"/>
                </a:solidFill>
              </a:rPr>
              <a:t>Resource Registration:</a:t>
            </a:r>
            <a:endParaRPr sz="15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</a:t>
            </a:r>
            <a:r>
              <a:rPr i="1" lang="en" sz="1500"/>
              <a:t>Id: Guid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EventId: Guid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UserId: Guid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RegisteredAt: DateTime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Status: string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152700" y="1082825"/>
            <a:ext cx="27564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B5394"/>
                </a:solidFill>
              </a:rPr>
              <a:t>Resource User:</a:t>
            </a:r>
            <a:endParaRPr sz="15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  </a:t>
            </a:r>
            <a:r>
              <a:rPr i="1" lang="en" sz="1500"/>
              <a:t>Id: Guid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FirstName: string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LastName: string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/>
              <a:t>  Email: string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00"/>
              <a:t>  CreatedAt: DateTime</a:t>
            </a:r>
            <a:endParaRPr i="1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Will Build This Project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Weekly Build Strategy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Each week: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 will build </a:t>
            </a:r>
            <a:r>
              <a:rPr b="1" lang="en" sz="1100">
                <a:solidFill>
                  <a:schemeClr val="dk1"/>
                </a:solidFill>
              </a:rPr>
              <a:t>part of the project together in class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 will complete the </a:t>
            </a:r>
            <a:r>
              <a:rPr b="1" lang="en" sz="1100">
                <a:solidFill>
                  <a:schemeClr val="dk1"/>
                </a:solidFill>
              </a:rPr>
              <a:t>remaining part at home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week, we continue from the same codebase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mirrors </a:t>
            </a:r>
            <a:r>
              <a:rPr b="1" lang="en" sz="1100">
                <a:solidFill>
                  <a:schemeClr val="dk1"/>
                </a:solidFill>
              </a:rPr>
              <a:t>real backend engineering work</a:t>
            </a:r>
            <a:r>
              <a:rPr lang="en" sz="1100">
                <a:solidFill>
                  <a:schemeClr val="dk1"/>
                </a:solidFill>
              </a:rPr>
              <a:t>, where systems evolve over time.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</a:t>
            </a:r>
            <a:r>
              <a:rPr lang="en"/>
              <a:t>1 Focus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Project Foundation &amp; REST Basics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part is about: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Understanding the project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Designing RESTful APIs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Creating a clean project skeleton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Learning how backend endpoints are shaped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Doing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Guided Build in Class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We will build one complete example together: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 an ASP.NET Core Web API project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Define the </a:t>
            </a:r>
            <a:r>
              <a:rPr b="1" lang="en" sz="1100">
                <a:solidFill>
                  <a:schemeClr val="dk1"/>
                </a:solidFill>
              </a:rPr>
              <a:t>Event</a:t>
            </a:r>
            <a:r>
              <a:rPr lang="en" sz="1100">
                <a:solidFill>
                  <a:schemeClr val="dk1"/>
                </a:solidFill>
              </a:rPr>
              <a:t> model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Create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EventsController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Add REST endpoints: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/events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/events/{id}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 /events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Implementation will use </a:t>
            </a:r>
            <a:r>
              <a:rPr b="1" lang="en" sz="1100">
                <a:solidFill>
                  <a:schemeClr val="dk1"/>
                </a:solidFill>
              </a:rPr>
              <a:t>sample or in-memory data only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(What You Build)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313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Homework Tasks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Extend the same patterns from class: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1. User Resource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UsersController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Endpoints: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/users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 /users/{id}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 /users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300"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4419400" y="1782325"/>
            <a:ext cx="42807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2. Registration Resource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Registration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RegistrationsController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Endpoint: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 /events/{id}/registrations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Completion Checklist &amp; Next Week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Part 1 Completion Checklist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By next class, you should have:</a:t>
            </a: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 running ASP.NET Core Web API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Models: Event, User, Registration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Controllers: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EventsController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UsersController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>
                <a:solidFill>
                  <a:schemeClr val="dk1"/>
                </a:solidFill>
              </a:rPr>
              <a:t>RegistrationsController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All endpoints visible in Swagger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Reminder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We are building </a:t>
            </a:r>
            <a:r>
              <a:rPr b="1" lang="en" sz="1100">
                <a:solidFill>
                  <a:schemeClr val="dk1"/>
                </a:solidFill>
              </a:rPr>
              <a:t>structure first</a:t>
            </a:r>
            <a:r>
              <a:rPr lang="en" sz="1100">
                <a:solidFill>
                  <a:schemeClr val="dk1"/>
                </a:solidFill>
              </a:rPr>
              <a:t>, then adding behavior.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Next week, we will </a:t>
            </a:r>
            <a:r>
              <a:rPr b="1" lang="en" sz="1100">
                <a:solidFill>
                  <a:schemeClr val="dk1"/>
                </a:solidFill>
              </a:rPr>
              <a:t>refactor how this code is organized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